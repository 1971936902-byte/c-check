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d899ebff04945" /><Relationship Type="http://schemas.openxmlformats.org/officeDocument/2006/relationships/extended-properties" Target="/docProps/app.xml" Id="R8485e99faeb24f47" /><Relationship Type="http://schemas.openxmlformats.org/officeDocument/2006/relationships/officeDocument" Target="/ppt/presentation.xml" Id="R8182db907bf140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e41c56ae814664"/>
  </p:sldMasterIdLst>
  <p:notesMasterIdLst>
    <p:notesMasterId xmlns:r="http://schemas.openxmlformats.org/officeDocument/2006/relationships" r:id="R504498b5da78405b"/>
  </p:notesMasterIdLst>
  <p:sldIdLst>
    <p:sldId xmlns:r="http://schemas.openxmlformats.org/officeDocument/2006/relationships" id="256" r:id="R18711c7571254b3f"/>
    <p:sldId xmlns:r="http://schemas.openxmlformats.org/officeDocument/2006/relationships" id="257" r:id="R7260534ff8cf481d"/>
    <p:sldId xmlns:r="http://schemas.openxmlformats.org/officeDocument/2006/relationships" id="258" r:id="R54fe3a20e73942fc"/>
    <p:sldId xmlns:r="http://schemas.openxmlformats.org/officeDocument/2006/relationships" id="259" r:id="R458321de12284f42"/>
    <p:sldId xmlns:r="http://schemas.openxmlformats.org/officeDocument/2006/relationships" id="260" r:id="R9d1a9b24f6b44878"/>
    <p:sldId xmlns:r="http://schemas.openxmlformats.org/officeDocument/2006/relationships" id="261" r:id="R290f10823e1143c5"/>
    <p:sldId xmlns:r="http://schemas.openxmlformats.org/officeDocument/2006/relationships" id="262" r:id="Re8e0575fee07438a"/>
    <p:sldId xmlns:r="http://schemas.openxmlformats.org/officeDocument/2006/relationships" id="263" r:id="R9bb2b8c6d46e4a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83ed12f3e412c" /><Relationship Type="http://schemas.openxmlformats.org/officeDocument/2006/relationships/slideMaster" Target="/ppt/slideMasters/slideMaster1.xml" Id="R08e41c56ae814664" /><Relationship Type="http://schemas.openxmlformats.org/officeDocument/2006/relationships/notesMaster" Target="/ppt/notesMasters/notesMaster1.xml" Id="R504498b5da78405b" /><Relationship Type="http://schemas.openxmlformats.org/officeDocument/2006/relationships/presProps" Target="/ppt/presProps.xml" Id="Rb177edbf51b4470b" /><Relationship Type="http://schemas.openxmlformats.org/officeDocument/2006/relationships/tableStyles" Target="/ppt/tableStyles.xml" Id="Radc01e75f6714f8d" /><Relationship Type="http://schemas.openxmlformats.org/officeDocument/2006/relationships/slide" Target="/ppt/slides/slide1.xml" Id="R18711c7571254b3f" /><Relationship Type="http://schemas.openxmlformats.org/officeDocument/2006/relationships/slide" Target="/ppt/slides/slide2.xml" Id="R7260534ff8cf481d" /><Relationship Type="http://schemas.openxmlformats.org/officeDocument/2006/relationships/slide" Target="/ppt/slides/slide3.xml" Id="R54fe3a20e73942fc" /><Relationship Type="http://schemas.openxmlformats.org/officeDocument/2006/relationships/slide" Target="/ppt/slides/slide4.xml" Id="R458321de12284f42" /><Relationship Type="http://schemas.openxmlformats.org/officeDocument/2006/relationships/slide" Target="/ppt/slides/slide5.xml" Id="R9d1a9b24f6b44878" /><Relationship Type="http://schemas.openxmlformats.org/officeDocument/2006/relationships/slide" Target="/ppt/slides/slide6.xml" Id="R290f10823e1143c5" /><Relationship Type="http://schemas.openxmlformats.org/officeDocument/2006/relationships/slide" Target="/ppt/slides/slide7.xml" Id="Re8e0575fee07438a" /><Relationship Type="http://schemas.openxmlformats.org/officeDocument/2006/relationships/slide" Target="/ppt/slides/slide8.xml" Id="R9bb2b8c6d46e4a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59eab114e04b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c14fb6fff8448d" /><Relationship Type="http://schemas.openxmlformats.org/officeDocument/2006/relationships/notesMaster" Target="/ppt/notesMasters/notesMaster1.xml" Id="R53a5c46418e343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3a617c146d458a" /><Relationship Type="http://schemas.openxmlformats.org/officeDocument/2006/relationships/notesMaster" Target="/ppt/notesMasters/notesMaster1.xml" Id="R76c7d6deb4774b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9e3c52af3b40a2" /><Relationship Type="http://schemas.openxmlformats.org/officeDocument/2006/relationships/notesMaster" Target="/ppt/notesMasters/notesMaster1.xml" Id="Rf7ef0ca3e62d41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a37b6a71334d18" /><Relationship Type="http://schemas.openxmlformats.org/officeDocument/2006/relationships/notesMaster" Target="/ppt/notesMasters/notesMaster1.xml" Id="R9d5507483bcf44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e6b778edd84cd0" /><Relationship Type="http://schemas.openxmlformats.org/officeDocument/2006/relationships/notesMaster" Target="/ppt/notesMasters/notesMaster1.xml" Id="R2c6364e5ae0a49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559e8048a84018" /><Relationship Type="http://schemas.openxmlformats.org/officeDocument/2006/relationships/notesMaster" Target="/ppt/notesMasters/notesMaster1.xml" Id="Rfcf763931eb047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a5971839444b71" /><Relationship Type="http://schemas.openxmlformats.org/officeDocument/2006/relationships/notesMaster" Target="/ppt/notesMasters/notesMaster1.xml" Id="R6acfac0b9c3f4a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c4d4b5c3804efc" /><Relationship Type="http://schemas.openxmlformats.org/officeDocument/2006/relationships/notesMaster" Target="/ppt/notesMasters/notesMaster1.xml" Id="R94ddb7bb298e4b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bdebd96fb40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156c5378d84d05" /><Relationship Type="http://schemas.openxmlformats.org/officeDocument/2006/relationships/slideLayout" Target="/ppt/slideLayouts/slideLayout1.xml" Id="R27248250ead94e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48250ead94e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167309d20451d" /><Relationship Type="http://schemas.openxmlformats.org/officeDocument/2006/relationships/notesSlide" Target="/ppt/notesSlides/notesSlide1.xml" Id="Rea1818bfbbfc4b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4ba4848c54d18" /><Relationship Type="http://schemas.openxmlformats.org/officeDocument/2006/relationships/notesSlide" Target="/ppt/notesSlides/notesSlide2.xml" Id="R0105dab1bbd34f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617e6eac44bae" /><Relationship Type="http://schemas.openxmlformats.org/officeDocument/2006/relationships/notesSlide" Target="/ppt/notesSlides/notesSlide3.xml" Id="R2a8167d842f744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86365d570487f" /><Relationship Type="http://schemas.openxmlformats.org/officeDocument/2006/relationships/notesSlide" Target="/ppt/notesSlides/notesSlide4.xml" Id="Ra6e70ed5f4aa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cee06072f4bbe" /><Relationship Type="http://schemas.openxmlformats.org/officeDocument/2006/relationships/notesSlide" Target="/ppt/notesSlides/notesSlide5.xml" Id="R19b8b40b0409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0051087304ad3" /><Relationship Type="http://schemas.openxmlformats.org/officeDocument/2006/relationships/notesSlide" Target="/ppt/notesSlides/notesSlide6.xml" Id="Re723b3e6cfe24c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5bac50dfd47c1" /><Relationship Type="http://schemas.openxmlformats.org/officeDocument/2006/relationships/notesSlide" Target="/ppt/notesSlides/notesSlide7.xml" Id="R3724f60bd8634e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e89b269d445c5" /><Relationship Type="http://schemas.openxmlformats.org/officeDocument/2006/relationships/notesSlide" Target="/ppt/notesSlides/notesSlide8.xml" Id="R5a352fb91a5b43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66405-A7F7-4C61-B8C6-4AEAE9D2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6FA0E-E183-4080-80E1-E367B599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D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FD7F1"/>
                </a:solidFill>
                <a:latin typeface="Microsoft YaHei"/>
                <a:ea typeface="Microsoft YaHei"/>
                <a:cs typeface="Microsoft YaHei"/>
              </a:rPr>
              <a:t>课题名称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2C159-3EEF-47AF-B8D5-51C03EE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C语言代码检查工具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31850-7504-4EF3-ACF8-2FD51CA8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DEEFF"/>
                </a:solidFill>
                <a:latin typeface="Microsoft YaHei"/>
                <a:ea typeface="Microsoft YaHei"/>
                <a:cs typeface="Microsoft YaHei"/>
              </a:rPr>
              <a:t>本地部署 AI 模型，面向公司内部加密代码的批量审查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5D16D-1C6F-4F12-8D7F-EA3CE99A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3906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F651C-6DC9-4C34-8146-2F3B8137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本地化部署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78695-DF15-41A9-86B2-277BE354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13906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2B8CF"/>
          </a:solidFill>
          <a:ln xmlns:a="http://schemas.openxmlformats.org/drawingml/2006/main" w="9525">
            <a:solidFill>
              <a:srgbClr val="22B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D1F79-99D9-4421-BA06-29C28250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批量检测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9BE43-1FF3-45F2-BC75-D864FCC2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76625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1A67A"/>
          </a:solidFill>
          <a:ln xmlns:a="http://schemas.openxmlformats.org/drawingml/2006/main" w="9525">
            <a:solidFill>
              <a:srgbClr val="21A6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C5B59-76F0-40E5-8A10-D7FC3191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528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RAG 增强理解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31985-4A3F-48C4-9C1D-31E3398C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811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15395B"/>
          </a:solidFill>
          <a:ln xmlns:a="http://schemas.openxmlformats.org/drawingml/2006/main" w="9525">
            <a:solidFill>
              <a:srgbClr val="315B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E9AA8-F2B6-4B27-B7DD-E091377D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526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4A179-E62F-4F73-86A5-3112277A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FD3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FD3FE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C27B6-9CB0-4836-A34E-6A9F1E9F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74CE3-839D-4613-8E36-D1E57F7C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528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FF3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FF3D2"/>
                </a:solidFill>
                <a:latin typeface="Microsoft YaHei"/>
                <a:ea typeface="Microsoft YaHei"/>
                <a:cs typeface="Microsoft YaHei"/>
              </a:rPr>
              <a:t>+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C79BA-4BAD-4FBC-B5F2-416FF094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C语言代码检查工具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0F722-B286-428C-956E-73708EEA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1861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A5DAA-BEE6-4225-AFC4-C6E3305F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背景与应用价值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4014F-374A-425D-9482-81771168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内部代码不能外传，代码审查需要在企业可控环境内完成。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F914C-B4EF-46B2-9CF7-D51D756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31A86-1EFC-43F8-8F54-5C4D1A9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现实约束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26AC5-56C6-4E27-8271-ED14C58D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EB57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42570-0A3C-4F89-B8D4-931E0517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908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公司内部代码加密，不能上传到公网模型或外部平台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AA033-D095-4259-978A-BADCCFD7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EB57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EE514-35EA-42AA-90E9-86F75AD5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传统人工审核耗时长，覆盖范围和一致性受经验影响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861D1-947F-45E2-BE0E-CA0E94AD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EB57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EA4B0-A2AD-4934-9668-F224774D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C 语言隐蔽问题多：指针、缓冲区、资源释放、并发等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3CF6C-44C8-4995-9B0F-ECF82C62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DE261-B155-42B7-8545-17286EEC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工具价值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D6D70-E277-40DA-A514-9B40E406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12265-6268-4BA3-B8EB-A637563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908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代码上传到本地服务器，完成批量自动化审查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988AE-041D-4E95-AE04-649888B7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BD56B-A3A6-4806-840F-FEB7466F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04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降低重复性人工审核成本，快速定位高风险问题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6E78F-FEA1-4F51-BC07-8E743449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9FFE3-6790-4F01-991B-10F2F84D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引入 RAG 理解跨文件调用关系，减少漏报与误报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455BC-6A78-435B-8F1D-AC134A1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C语言代码检查工具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B755E-9C6A-4325-92CC-66D6B50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0987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DEA96-12F9-41A3-88FE-805F098F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技术路线和实施思路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C3B79-9B16-45B3-BA9B-8D21EECF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总体框架：Web 用户交互 + LLM 代码分析 + RAG 深度理解。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8F184-D80E-41D9-A582-A63D968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A1F7C-6E92-49A0-8C7B-801BE966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48378-F5F1-4043-99BA-A709B463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上传代码、创建任务、查看报告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2ED62-EBC2-4741-B00F-138F1224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62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EA7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EA7C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B8A0C-2C76-4EB5-8EDF-5E22BA62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84525-110E-4975-9589-DC720637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09B55-1B07-4A52-AD16-7C92F52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串行/排队/多 GPU 负载均衡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8C109-61F9-4B17-BBF4-749051AF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62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EA7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EA7C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9E01B-909F-439C-AF61-6B9ADB6A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BC92C-BE14-4B87-B01A-039E801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9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994A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733E8-6FF6-4209-8E24-FB903ACE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安全规则理解与结构化输出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27CBA-2E68-4D19-A179-6B39B9F5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62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EA7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EA7C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B95B3-6F4E-4B9D-BE82-FD0B96A1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85F1F-75C0-42F6-BDC1-EA16EB0B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95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31B4C-C847-453A-8A15-5BBF4F8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符号索引、调用图、证据检索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5C7C2-A329-4F42-8DAC-235E9521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实施思路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24369-50A5-47D5-A08E-88224B9C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E6382-5367-424B-88B8-7CF948EB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91125"/>
            <a:ext cx="939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先完成可用闭环：上传、审查、报告、日志与任务状态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A3CF6-FCFE-4F1C-A182-B65FA29A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8F4EA-2B75-4E32-920B-78BF9409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14975"/>
            <a:ext cx="939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再增强可靠性：RAG 索引、证据链、结构化校验和检索评估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BF9F6-AA2C-4976-B980-50E2F878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2F4BC-A256-4659-8B47-BEF7EC5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38825"/>
            <a:ext cx="939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最后优化性能：多 GPU 调度、输入上限、chunk 上限和批量压测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568FD-6A9D-4B9E-A459-E5AA803D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C语言代码检查工具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66EF9-8BE4-44AD-AE6F-1C0F1C8C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9611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F55221-9221-44AE-A568-A7FFAB52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模型选型参考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B95D9-C057-4332-BC78-86702844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以本地部署可用性、代码能力、显存成本和上下文能力作为主要判断维度。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940B9-0F28-4F95-974F-03C0852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5640E-2688-4A2C-9FD1-7B2FA04C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3EE78-43C4-422B-8114-F69A0AB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0200"/>
            <a:ext cx="1571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98605-AE32-4AAD-851A-FCB48875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1343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规模/架构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98ED0-AC57-4AED-8149-CCFE4B7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00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E2638-727E-4A72-85EE-FE15D7DE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7145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7181E-E1AD-4DD0-8BB1-9F8D301E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002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626B-23F2-44E7-A182-A7769358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145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部署取舍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54A57-FA8D-4288-81CC-A3294D9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905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52F7D-D173-4B8B-879D-5E5B274E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6E315-5084-4F55-A9E6-C360F880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8891F-6926-456F-A44C-BA4E3C3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Qwen2.5-Coder-7B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82617-E8BA-4C91-A036-3D95C330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57400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5BB91-6CE5-4B0A-B1AD-760BCA2F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288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Dense 7B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418A3-3DB3-4917-A439-D8E9D462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574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4750B-BE6E-420B-AD0B-39D6CC25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288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最高 128K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DFE84-2AE0-4F34-991B-6C192B0C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574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B0586-0884-4EC3-8DF7-30B26B74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288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显存压力低，速度快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F9606-4288-4FED-AFE7-E796B8B2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57400"/>
            <a:ext cx="2905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2537E-8425-4154-A6DB-4F0212EC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28850"/>
            <a:ext cx="2676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适合轻量审查、并发任务与低成本试点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1E9F9-8225-4FF6-B2C0-EF27921A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959AD-5571-44DA-BD49-6B48631C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Qwen2.5-Coder-14B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B0CA3-2348-4129-945C-C3E442D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74CB8-52C7-408D-AFDF-DEF090B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71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Dense 14B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6BB22-FBBF-4918-9615-F8B2DD7D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00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128C2-1D3D-47F8-9F13-8AB4DB9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718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最高 128K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57E83-048E-434B-8E69-AA0841F9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003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57D51-C95B-43FD-A20C-E23D11FE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718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质量/成本均衡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909FBE-E188-45FB-95BD-E472FB29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905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6E85A-335B-437F-9269-C89E2B03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971800"/>
            <a:ext cx="2676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当前平台主力模型，适合 C 代码批量审查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E4DF27-50E5-468F-977E-E2AE7B7C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3FACB9-6CC3-4DF8-A46C-14292B86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Qwen2.5-Coder-32B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250912-B47D-42A9-A51D-248C4EBD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43300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62685A-7D0A-42A7-A1F0-1A717E9C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Dense 32B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DC6F16-3B37-414E-AFB3-CB8EAC47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433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764E3A-3D71-4578-A3B1-7FCF1F60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147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最高 128K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501730-44AA-4AF7-92E6-C95FC247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433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1C5483-78B2-48A7-AF04-DE92532A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147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质量更好，显存压力明显上升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2EAD74-1E86-4D8A-9482-D24B0717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43300"/>
            <a:ext cx="2905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2716CA-233F-4C5A-AF60-EFEA030B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14750"/>
            <a:ext cx="2676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适合高价值代码或离线深度审查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00246-FBC5-4DC1-B32E-C2B2AAF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BF1C36-5DC9-4F4E-8324-7EF52AF8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Qwen3-Coder-30B-A3B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085D93-D2E9-45CB-911A-1F988C2E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86250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F3F3EE-C38D-41CE-8DBF-BAA93B9C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57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MoE 30B / A3B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B424C6-D43F-4CF2-9481-9830460E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86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56B343-96D4-4711-91F5-0F78B32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4577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原生 256K，可扩展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C37C57-A0B7-4BAA-8E92-80EBC787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862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60BDDF-085C-4B9A-9C62-A16AC564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577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激活参数少，长上下文能力强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F26B3D-E2B0-4B68-AE06-4820C8D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86250"/>
            <a:ext cx="2905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D1A913-F727-4E70-AB58-870CD882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57700"/>
            <a:ext cx="2676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适合仓库级理解和后续 RAG/Agent 扩展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B435E5-FD3C-462F-BB39-588A8D8E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注：Qwen2.5-Coder 系列公开资料显示支持 92 种语言、最高 128K 上下文；Qwen3-Coder-30B-A3B 为 MoE 路线，适合后续长上下文和仓库级能力扩展。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C71E28-971D-453A-8A1D-315BCCE6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C语言代码检查工具 Demo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C0852F-DA19-4221-8A45-FB79BBD3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2934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98585C-9FA3-4E02-A5E6-908C8984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RAG 如何提升代码审查可靠性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2EF63-B5BE-4078-9F40-9076B4D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让模型不只看当前片段，而是带着相关定义、声明、宏、类型和调用链一起审查。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807D9-B90B-4194-A6AE-AD7619AB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8A703-E77F-4FB5-AF8E-443DDE06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当前评测样本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D6A7C-03CF-4271-B3AB-00AF8F9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RT-Thread drivers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50DA2-F834-4628-9CEF-A91CAED6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002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05532-AC1A-4CA0-92F1-8D2F2812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索引代码量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94B83-79D0-4198-97AD-417A4E87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145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rPr>
              <a:t>80 文件 / 883KB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E178F-F604-44E6-AE70-FF6DA718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2B8BD-051A-4E8C-ADF4-CDCC547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切片总数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79E6A-F238-43BB-AE80-12CD28B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145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9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994A"/>
                </a:solidFill>
                <a:latin typeface="Microsoft YaHei"/>
                <a:ea typeface="Microsoft YaHei"/>
                <a:cs typeface="Microsoft YaHei"/>
              </a:rPr>
              <a:t>9,203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CC0F3-6552-43CE-B1CC-2B01151B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714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72523-5B0C-45B0-91A2-FC14FCD5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调用召回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DBB06-4623-4F00-8BE1-3C2BECCA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1455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Recall@20 100%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27546-6EEF-41D5-B81C-1ED85231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695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B00AA-C6B1-4EA7-A34F-760D536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86A07-5FBE-49D3-ACEE-AF24C204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tree-sitter-c + ctags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54713-5636-4560-B4A4-85A4DF8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338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7B9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B9C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DB226-3B9A-47B6-AA03-3DF571C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1695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DA6A2-997B-4E04-90C0-C47D557A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29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rPr>
              <a:t>切片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7E5AC-B2B1-48A7-AF75-AB33803C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函数 / 宏 / 类型 / 调用点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F0371-1AA7-40B5-8B2E-0ADD6285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338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7B9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B9C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5F639-CE86-4127-A52B-1269867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0450"/>
            <a:ext cx="1695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20233-816C-4451-99FA-5341568E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9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994A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14AAF-452E-4512-B4E6-D873E826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29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PostgreSQL + Qdrant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95B25-0EE0-431A-8B2E-DE20340F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338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7B9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B9C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5B29D-E77A-4738-8C3B-3AE91682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0450"/>
            <a:ext cx="1695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287B1-FCFB-4618-8E14-F2C6193C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B2365-D40B-4A8F-A39A-06345AF9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29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关键词 + 图谱 + 向量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61AAD0-064D-4E18-A8D7-C3CC28E7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338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7B9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B9C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F2BA9B-06CF-423C-915F-D372BD46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0450"/>
            <a:ext cx="1695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97DE3-3863-4468-97DD-F40D2FA9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29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B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B5757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51E814-B4EE-48C2-91BD-E2C533D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29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Evidence ID 注入 Prompt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FF7350-026B-4AB3-A38E-B9187AEB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核心收益：跨文件关系可追踪、同名函数更好区分、模型输出可回溯到证据片段。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23CC4D-C7A0-47A8-B79A-061EF3F2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C语言代码检查工具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28D751-7BD9-4109-8099-5A5FB377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2956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A48028-9197-4EBE-BCD2-CCB4CDE6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关键节点与阶段计划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A07CE-9F19-45B2-8CF5-B38C67FC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从可用闭环逐步升级到本地化、可靠化和工程化。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6342D-9288-447D-A540-949F4891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43050"/>
            <a:ext cx="981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50544-4DBF-4AE5-9410-B02929CF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16DA8-3AC2-40DC-8A3C-F5E53EE8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32158-BE1E-4F30-8D43-3CB09B81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85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第一阶段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E7DFB-AF71-4022-BAB1-D5EEBD3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搭建本地环境 + 云服务器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F3183-F290-4194-95FD-086F846C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981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FD1F6-5CB4-43D8-AF1B-B762BFF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050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197C2-D9A4-484C-8AF6-7716DDC3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08AC7-64E9-49A3-86AD-73371BC6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050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17C3F-3AF7-4C90-8662-5D2CF2AE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完成 LLM 静态代码审核初步框架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3290C-AD4C-4655-9A87-969F78F3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981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40FDB-CA4A-4AF4-8A1C-5DB4D41E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4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7B61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8B8BF-0918-4F62-B01C-0D0BEC39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5B9D0-EFC5-4DA4-9A74-3FE47BE3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242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第三阶段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15AA2-B230-49ED-B544-D6E2CFD8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完成 RAG 系统搭建和引入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7F9D6-5A7F-48FA-9CF1-31131CD8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81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4B440-E707-4F7A-A94D-E1F3E11C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1F4F1-CCBC-49C4-9E14-475ACD49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BE7E7-A75C-4341-A349-96378BAF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433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9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994A"/>
                </a:solidFill>
                <a:latin typeface="Microsoft YaHei"/>
                <a:ea typeface="Microsoft YaHei"/>
                <a:cs typeface="Microsoft YaHei"/>
              </a:rPr>
              <a:t>第四阶段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E55DE-9C2E-4F67-B037-0B08EFB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整体系统调试和 Bug 修复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26ABF-17A1-4FCA-BA82-BAD84B81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81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ECC39-1371-433E-885C-4A68AE09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62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EB57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C421B-E37E-457B-930E-8148EF32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21C90-35B8-4595-987B-644DEFFC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625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B5757"/>
                </a:solidFill>
                <a:latin typeface="Microsoft YaHei"/>
                <a:ea typeface="Microsoft YaHei"/>
                <a:cs typeface="Microsoft YaHei"/>
              </a:rPr>
              <a:t>第五阶段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BBB86B-948F-405D-9210-26F84183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本地化部署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9DB331-1CDE-4DC1-8403-F2CB59F3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C语言代码检查工具 Demo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1347FF-0F39-4410-871B-78848F53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5527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074C2-E625-4E52-A312-3C9FF259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当前最大问题及资源需求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10B1A-E2A1-4635-8BEE-7A349D6B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短期依赖云 GPU 完成验证，长期需要企业内部服务器资源承载生产化部署。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00E2C-7456-4334-B289-57D0258F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FD1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4CF2F-8116-4C94-A6BC-668FE7D2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B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B5757"/>
                </a:solidFill>
                <a:latin typeface="Microsoft YaHei"/>
                <a:ea typeface="Microsoft YaHei"/>
                <a:cs typeface="Microsoft YaHei"/>
              </a:rPr>
              <a:t>当前最大问题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1D5E7-7C5B-4940-BE45-E03FB637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B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EB5757"/>
                </a:solidFill>
                <a:latin typeface="Microsoft YaHei"/>
                <a:ea typeface="Microsoft YaHei"/>
                <a:cs typeface="Microsoft YaHei"/>
              </a:rPr>
              <a:t>经费问题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DA8CA-F5BE-4DA3-B6A8-14AAE6D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195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A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A3A3A"/>
                </a:solidFill>
                <a:latin typeface="Microsoft YaHei"/>
                <a:ea typeface="Microsoft YaHei"/>
                <a:cs typeface="Microsoft YaHei"/>
              </a:rPr>
              <a:t>GPU 资源、模型部署、压测验证和后续本地化硬件均需要持续投入。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AA296-66E7-4A4C-A655-E7EEEC82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FFAF6"/>
          </a:solidFill>
          <a:ln xmlns:a="http://schemas.openxmlformats.org/drawingml/2006/main" w="9525">
            <a:solidFill>
              <a:srgbClr val="C9F0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828D5-5740-4BDC-A8AF-794A60BE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A67A"/>
                </a:solidFill>
                <a:latin typeface="Microsoft YaHei"/>
                <a:ea typeface="Microsoft YaHei"/>
                <a:cs typeface="Microsoft YaHei"/>
              </a:rPr>
              <a:t>资源需求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1993C-ABFC-41C7-98BF-2E5CE15B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0F0F7-21FA-44A0-B1C3-B9059E38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近期：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0558B-92CB-4188-B038-20876162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GPU 云服务器租赁，用于模型推理、RAG 压测和并发验证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3999E-B4FA-4BAB-B187-C7105248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2CE56-2D4A-429C-A1B4-8CA7BE0D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未来：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0907B-BE2B-41DC-93FE-6ADCE478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公司本地 GPU 服务器，用于私有化部署与长期运行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C2801-1512-4166-B480-ECDC4F7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67A"/>
          </a:solidFill>
          <a:ln xmlns:a="http://schemas.openxmlformats.org/drawingml/2006/main" w="0">
            <a:solidFill>
              <a:srgbClr val="21A6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4C480-5F67-493E-8F4C-00088A17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配套：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6A3B1-4854-4C33-A3E8-8FE1A5F7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8145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模型存储、向量库、日志审计和备份资源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20B38-1A0C-46D0-A84A-5795E52B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C语言代码检查工具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FFE03-93C6-49A6-8631-1441436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91846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BA387-A7D3-4BB2-99F8-CE07402E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预期成果与输出物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A0503-65B5-400B-A126-5F40A88D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输出一个可靠、可部署、可持续优化的 C 语言代码审查工具平台。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5B24A-08EC-4055-AF4E-1308D5E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477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6005-23ED-48E6-B539-6D7CB0BC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最终平台能力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3D2F9-446F-4DF9-97F8-7BEAE12B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89652-82E7-4774-847E-C5359F2A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支持文本、单文件、压缩包、项目文件夹等多种输入方式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AE432-378E-4448-9995-6EC9AF3C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6B275-9D55-4021-A473-889BD99D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自动生成审查任务、进度状态、模型日志和结构化报告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52D83-AED4-499C-A9E9-3051EC81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AE172-BBF7-4E11-8A0D-3F2541DC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对高危、中危、低危和建议类问题进行归类展示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9A834-E8B9-4654-80A1-4EF2BE9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4B546-1D72-4456-9B1D-53B6C5AF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通过 RAG 建立符号索引和证据链，提升跨文件分析可靠性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8C8E1-FCB1-4783-A204-68EDA8F7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01066-CE97-41A7-A039-F6F09A2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支持本地服务器部署，满足内部代码不外传的安全要求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2DAD3-E739-4079-9120-16DFC58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372CD-9565-4246-92E8-18125A6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可靠的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EFD74-1455-4673-963F-9876AF88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C语言代码审查工具平台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43D71-9B5B-40C3-8683-55D173F3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C91F9-8DBC-437A-B7E7-CBA7249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245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08C"/>
                </a:solidFill>
                <a:latin typeface="Microsoft YaHei"/>
                <a:ea typeface="Microsoft YaHei"/>
                <a:cs typeface="Microsoft YaHei"/>
              </a:rPr>
              <a:t>Demo 汇报材料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D3908-3950-4AEE-9126-675A6324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C语言代码检查工具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54A1A-162B-45AC-B93A-AD62E780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8F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2762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2026-06-23T09:21:50.3510000Z</dcterms:created>
  <dcterms:modified xsi:type="dcterms:W3CDTF">2026-06-23T09:21:50.3510000Z</dcterms:modified>
</coreProperties>
</file>